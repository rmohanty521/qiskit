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0.010961662038328138</c:v>
                </c:pt>
                <c:pt idx="1">
                  <c:v>0.027401945239748336</c:v>
                </c:pt>
                <c:pt idx="2">
                  <c:v>0.04770083253530374</c:v>
                </c:pt>
                <c:pt idx="3">
                  <c:v>0.08809578866580607</c:v>
                </c:pt>
                <c:pt idx="4">
                  <c:v>0.14180562348913517</c:v>
                </c:pt>
                <c:pt idx="5">
                  <c:v>0.21142390693470475</c:v>
                </c:pt>
                <c:pt idx="6">
                  <c:v>0.3219245775427265</c:v>
                </c:pt>
                <c:pt idx="7">
                  <c:v>0.4179890042658713</c:v>
                </c:pt>
                <c:pt idx="8">
                  <c:v>0.5013215613506805</c:v>
                </c:pt>
                <c:pt idx="9">
                  <c:v>0.5787952599097943</c:v>
                </c:pt>
                <c:pt idx="10">
                  <c:v>0.6593606021241409</c:v>
                </c:pt>
                <c:pt idx="11">
                  <c:v>0.7287012047228751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Sheet1!$A$2:$A$4</c:f>
              <c:strCache>
                <c:ptCount val="3"/>
                <c:pt idx="0">
                  <c:v>4</c:v>
                </c:pt>
                <c:pt idx="1">
                  <c:v>5</c:v>
                </c:pt>
                <c:pt idx="2">
                  <c:v>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</c:spPr>
          </c:marker>
          <c:cat>
            <c:strRef>
              <c:f>Sheet1!$A$2:$A$4</c:f>
              <c:strCache>
                <c:ptCount val="3"/>
                <c:pt idx="0">
                  <c:v>4</c:v>
                </c:pt>
                <c:pt idx="1">
                  <c:v>5</c:v>
                </c:pt>
                <c:pt idx="2">
                  <c:v>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4: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4: close with honesty — what works, what doesn't scale, and the one next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[add names]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 (24 orientations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7763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 seen from 8 angles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4067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for classical brute force to find them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737360"/>
            <a:ext cx="7040880" cy="44805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65960"/>
            <a:ext cx="649224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B2433"/>
                </a:solidFill>
                <a:latin typeface="Cambria"/>
              </a:rPr>
              <a:t>Graph view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Colours are nodes; each cube's 3 opposite-face pairs are edges.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Front/back picks must touch every colour exactly twice (a 2-factor). So must the left/right picks, using a different pair of the same cube.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So each cube has only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6 choices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: an ordered pair (front/back pair, left/right pair).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6⁴ = 1,296 cases, of which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2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 solve it (the tower and its quarter turn).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5B6575"/>
                </a:solidFill>
                <a:latin typeface="Calibri"/>
              </a:rPr>
              <a:t>The general N-cube problem is NP-complete. We do not claim a speedup.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Encoding: 6 choices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12 qubits for 4 cubes, half the starter's 24-qubit 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5120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never reached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737360"/>
            <a:ext cx="512064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Same pair twice?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Cannot be written down.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One pick per cube?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Automatic.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Only rule left: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every colour has degree 2 on each side pair.</a:t>
            </a:r>
          </a:p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Written with Z operators: “cube c holds code k” is a product of (1 ± Z)/2 on its 3 qubits. Terms touch at most 6 qubits (two cubes). 164 terms at N = 4.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on all 1,296 valid states (N ≤ 6: all states; N = 7, 8: 3,000 random).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7e-15;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5e-17.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70%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local Aer (SV1 pending)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p = 12 is about 456×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28%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688"/>
                <a:gridCol w="932688"/>
                <a:gridCol w="932688"/>
                <a:gridCol w="932688"/>
                <a:gridCol w="932688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P(correct)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709160"/>
            <a:ext cx="466344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Qubits grow as 3N; CNOTs per layer grow about linearly here (550 → 2,100).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At fixed depth success falls with N, but more slowly than random guessing: the advantage over guessing grows. Keeping success high would need more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82880" cy="18288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59536"/>
            <a:ext cx="182880" cy="182880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78992"/>
            <a:ext cx="182880" cy="1828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82880" cy="182880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0292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5FD4C8"/>
                </a:solidFill>
                <a:latin typeface="Cambria"/>
              </a:rPr>
              <a:t>Learned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Building the rules into the encoding (3 qubits per cube) beat penalty terms: fewer qubits, nothing to tune, no wasted shots.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QAOA really concentrates probability on the answer, and checks show it is the right answer.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No speedup: brute force takes 0.14 s, and tuning needed a full classical simulation.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Success at fixed depth falls with N; gates grow with 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0B070"/>
                </a:solidFill>
                <a:latin typeface="Cambria"/>
              </a:rPr>
              <a:t>Next step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Measure how many layers keep success at 50% as N grows, </a:t>
            </a:r>
            <a:r>
              <a:rPr sz="1600" b="0" i="0">
                <a:solidFill>
                  <a:srgbClr val="C9D3DA"/>
                </a:solidFill>
                <a:latin typeface="Calibri"/>
              </a:rPr>
              <a:t>using a CVaR objective and angles transferred from smaller 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Also: reorder cost terms to cancel CNOTs; a Grover search with a reversible degree-counting oracle; one shallow run on real hardware next to SV1.</a:t>
            </a:r>
          </a:p>
          <a:p>
            <a:pPr algn="l">
              <a:spcAft>
                <a:spcPts val="1200"/>
              </a:spcAft>
            </a:pPr>
            <a:r>
              <a:rPr sz="1600" b="0" i="1">
                <a:solidFill>
                  <a:srgbClr val="C9D3DA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