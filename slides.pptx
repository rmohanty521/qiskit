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(simulator)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0.010956797062765046</c:v>
                </c:pt>
                <c:pt idx="1">
                  <c:v>0.02738264033988491</c:v>
                </c:pt>
                <c:pt idx="2">
                  <c:v>0.047695289998323655</c:v>
                </c:pt>
                <c:pt idx="3">
                  <c:v>0.08809603625645926</c:v>
                </c:pt>
                <c:pt idx="4">
                  <c:v>0.14184200152100823</c:v>
                </c:pt>
                <c:pt idx="5">
                  <c:v>0.2113435942587491</c:v>
                </c:pt>
                <c:pt idx="6">
                  <c:v>0.32074272777074336</c:v>
                </c:pt>
                <c:pt idx="7">
                  <c:v>0.41789390003074395</c:v>
                </c:pt>
                <c:pt idx="8">
                  <c:v>0.5014502142448615</c:v>
                </c:pt>
                <c:pt idx="9">
                  <c:v>0.579284222454486</c:v>
                </c:pt>
                <c:pt idx="10">
                  <c:v>0.6595587835969536</c:v>
                </c:pt>
                <c:pt idx="11">
                  <c:v>0.7288901699283823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QAOA p = 10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0.5787952599097943</c:v>
                </c:pt>
                <c:pt idx="1">
                  <c:v>0.09108621479612343</c:v>
                </c:pt>
                <c:pt idx="2">
                  <c:v>0.09456350094970882</c:v>
                </c:pt>
                <c:pt idx="3">
                  <c:v>0.03484286082799597</c:v>
                </c:pt>
                <c:pt idx="4">
                  <c:v>0.042934894629718424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legal guess</c:v>
                </c:pt>
              </c:strCache>
            </c:strRef>
          </c:tx>
          <c:spPr>
            <a:ln w="31750">
              <a:solidFill>
                <a:srgbClr val="5B6575"/>
              </a:solidFill>
            </a:ln>
          </c:spPr>
          <c:marker>
            <c:symbol val="circle"/>
            <c:spPr>
              <a:solidFill>
                <a:srgbClr val="5B6575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0.0015432098765432098</c:v>
                </c:pt>
                <c:pt idx="1">
                  <c:v>0.000257201646090535</c:v>
                </c:pt>
                <c:pt idx="2">
                  <c:v>4.286694101508916e-05</c:v>
                </c:pt>
                <c:pt idx="3">
                  <c:v>7.144490169181527e-06</c:v>
                </c:pt>
                <c:pt idx="4">
                  <c:v>1.1907483615302546e-06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crossAx val="2140495176"/>
        <c:crosses val="min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tower), log scale</a:t>
                </a:r>
              </a:p>
            </c:rich>
          </c:tx>
          <c:layout/>
          <c:overlay val="0"/>
        </c:title>
        <c:numFmt formatCode="[&gt;=0.01]0%;[&gt;=0.00001]0.0##%;0.000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introduce the team and the one-line story: 3 qubits per cube, a mixer that only allows legal moves, and classical checks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why it's hard by hand, why it's easy for a computer at N=4, and how the graph view shrinks it to 6 choices per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bit order — qubit 0 is the rightmost character in a Qiskit key; cube 1 is the last 3 characters. We tested the decoder on the known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mixer is the 'complete graph' mixer over 6 codes. Tuning: layer by layer, each depth starts from the previous angles stretched (INTERP).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this is the slide for the tie-break criterion. Say how each check would catch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line is the exact simulation; the table is shots. Point out the baseline and that no shot was an illegal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angles for N=5-8 were tuned offline with the same function and reloaded; the notebook recomputes their success. N=7,8 local shots come from the exact distribution unless run on SV1.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close with honesty — what works, what doesn't scale, and the one next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828800"/>
            <a:ext cx="384048" cy="3840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249424"/>
            <a:ext cx="384048" cy="3840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70048"/>
            <a:ext cx="384048" cy="3840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090672"/>
            <a:ext cx="384048" cy="3840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Instant Insanity on 12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96012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B8C4CC"/>
                </a:solidFill>
                <a:latin typeface="Calibri"/>
              </a:rPr>
              <a:t>A compact encoding and constrained QAOA, checked against brute force at every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Team: Zain Irfan, Mark Gebuza, Rithwik Mohanty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Qiskit Fall Fest CT 2026 · qBraid challenge · warm-up, core and bonus (N = 4 to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puzzle: 8 good towers out of 331,776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Stack 4 cubes so every side shows red, green, blue and yellow exactly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E9488"/>
                </a:solidFill>
                <a:latin typeface="Cambria"/>
              </a:rPr>
              <a:t>331,776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ways to stack 4 cubes (24 orientations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C2772A"/>
                </a:solidFill>
                <a:latin typeface="Cambri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77639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solved: one tower seen from 8 angles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575"/>
                </a:solidFill>
                <a:latin typeface="Cambria"/>
              </a:rPr>
              <a:t>0.14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40679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for classical brute force to find them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737360"/>
            <a:ext cx="7040880" cy="393192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965960"/>
            <a:ext cx="649224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B2433"/>
                </a:solidFill>
                <a:latin typeface="Cambria"/>
              </a:rPr>
              <a:t>Graph view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Colours are nodes; each cube's 3 opposite-face pairs are edges.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Front/back picks must touch every colour exactly twice (a 2-factor). So must the left/right picks, using a different pair of the same cube.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So each cube has only </a:t>
            </a:r>
            <a:r>
              <a:rPr sz="1700" b="1" i="0">
                <a:solidFill>
                  <a:srgbClr val="1B2433"/>
                </a:solidFill>
                <a:latin typeface="Calibri"/>
              </a:rPr>
              <a:t>6 choices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: an ordered pair (front/back pair, left/right pair).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6⁴ = 1,296 cases, of which </a:t>
            </a:r>
            <a:r>
              <a:rPr sz="1700" b="1" i="0">
                <a:solidFill>
                  <a:srgbClr val="1B2433"/>
                </a:solidFill>
                <a:latin typeface="Calibri"/>
              </a:rPr>
              <a:t>2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 solve it (the tower and its quarter turn).</a:t>
            </a:r>
          </a:p>
          <a:p>
            <a:pPr algn="l">
              <a:spcAft>
                <a:spcPts val="1000"/>
              </a:spcAft>
            </a:pPr>
            <a:r>
              <a:rPr sz="1700" b="0" i="1">
                <a:solidFill>
                  <a:srgbClr val="5B6575"/>
                </a:solidFill>
                <a:latin typeface="Calibri"/>
              </a:rPr>
              <a:t>The general N-cube problem is NP-complete. We do not claim a speedup.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Encoding: 6 choices fit in 3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12 qubits for 4 cubes, half the starter's 24-qubit 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737360"/>
          <a:ext cx="5120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5257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front/back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left/right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6, 7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unused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never reached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737360"/>
            <a:ext cx="512064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Same pair twice?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Cannot be written down.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One pick per cube?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Automatic.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Only rule left: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every colour has degree 2 on each side pair.</a:t>
            </a:r>
          </a:p>
          <a:p>
            <a:pPr algn="l">
              <a:spcAft>
                <a:spcPts val="1200"/>
              </a:spcAft>
            </a:pPr>
            <a:r>
              <a:rPr sz="2000" b="1" i="0">
                <a:solidFill>
                  <a:srgbClr val="0E9488"/>
                </a:solidFill>
                <a:latin typeface="Cambria"/>
              </a:rPr>
              <a:t>Cost  C = Σ (d − 2)²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Written with Z operators: “cube c holds code k” is a product of (1 ± Z)/2 on its 3 qubits. Terms touch at most 6 qubits (two cubes). 164 terms at N = 4.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1B2433"/>
                </a:solidFill>
                <a:latin typeface="Calibri"/>
              </a:rPr>
              <a:t>Codes 6 and 7 need no penalty: the circuit never creates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Algorithm: QAOA that only makes legal 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Start in all legal choices, then alternate a cost layer and a per-cube mixer, p times</a:t>
            </a:r>
          </a:p>
        </p:txBody>
      </p:sp>
      <p:pic>
        <p:nvPicPr>
          <p:cNvPr id="8" name="Picture 7" descr="circuit_one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675120" cy="183409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373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105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1  Start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each cube in an equal mix of its 6 codes (RY, controlled-H, 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6517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7249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2  Cost layer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exp(−iγH): each Z string is a CNOT ladder + one RZ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36393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3  Mixer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exp(−iβ|u⟩⟨u|) per cube: any legal choice can become any other, never an illegal 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805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5537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4  Tune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pick γ, β by minimising the average cost on a simulator, never using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3949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4681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5  Measure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decode every shot and check it with solves()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66751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Above: one cube's start state, then one mixer step (undo the start, phase on |000⟩, redo). One full layer at N = 4 is about 550 CNOTs after transpiling to rz, sx, x, cx.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Classical checks before any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Every check is an assert in the notebook; all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H = classical cost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N = 4 to 6: every valid state; N = 7, 8: 3,000 random ones. Largest gap 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Lowest energy = the answer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exactly 2 zero-cost states = count_answers = graph method; no ties (next cost is 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Independent cost agrees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the starter's 24-qubit QUBO is zero on the same 2 states.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59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Circuit stays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start state is 1/6 on each valid code; leakage to codes 6, 7 is 2e-15; 0 invalid shots.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Fast simulator = Qiskit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our 6^N simulator matches Statevector of the real circuit to 3e-17.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59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Every tower checked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each measured shot is decoded (qubit 0 = rightmost bit) and passed to solves().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Four cubes: 73% of shots are the solved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Constrained QAOA, 12 qubits, 1000 shots per circuit; random legal guess = 0.15%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737360"/>
          <a:ext cx="3931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786384"/>
                <a:gridCol w="786384"/>
                <a:gridCol w="786384"/>
                <a:gridCol w="78638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4,372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4343400"/>
            <a:ext cx="3931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Device: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aws:aws:sim:sv1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Measured at p = 12: about 475× a random legal guess.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Measured shots match the exact value within shot noise.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Warm-up (front/back only, starter):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31% good picks at p =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Bonus: same method for N cubes and N colours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make_puzzle seeds {5: 16, 6: 86, 7: 68, 8: 4}, each with exactly one tower; depth fixed at p =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0350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1737360"/>
          <a:ext cx="4663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 shots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× random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5,464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59%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9,285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13,446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16,627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21,128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36,057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709160"/>
            <a:ext cx="466344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Qubits grow as 3N; CNOTs per layer grow about linearly here (550 → 2,100).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At fixed depth success falls with N, but more slowly than random guessing: the advantage over guessing grows. Keeping success high would need more 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182880" cy="18288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859536"/>
            <a:ext cx="182880" cy="182880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78992"/>
            <a:ext cx="182880" cy="1828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82880" cy="182880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0292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What we learned, and what we'd try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5FD4C8"/>
                </a:solidFill>
                <a:latin typeface="Cambria"/>
              </a:rPr>
              <a:t>Learned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Building the rules into the encoding (3 qubits per cube) beat penalty terms: fewer qubits, nothing to tune, no wasted shots.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QAOA really concentrates probability on the answer, and checks show it is the right answer.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No speedup: brute force takes 0.14 s, and tuning needed a full classical simulation.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Success at fixed depth falls with N; gates grow with 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F0B070"/>
                </a:solidFill>
                <a:latin typeface="Cambria"/>
              </a:rPr>
              <a:t>Next step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Measure how many layers keep success at 50% as N grows, </a:t>
            </a:r>
            <a:r>
              <a:rPr sz="1600" b="0" i="0">
                <a:solidFill>
                  <a:srgbClr val="C9D3DA"/>
                </a:solidFill>
                <a:latin typeface="Calibri"/>
              </a:rPr>
              <a:t>using a CVaR objective and angles transferred from smaller 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Also: reorder cost terms to cancel CNOTs; a Grover search with a reversible degree-counting oracle; one shallow run on real hardware next to SV1.</a:t>
            </a:r>
          </a:p>
          <a:p>
            <a:pPr algn="l">
              <a:spcAft>
                <a:spcPts val="1200"/>
              </a:spcAft>
            </a:pPr>
            <a:r>
              <a:rPr sz="1600" b="0" i="1">
                <a:solidFill>
                  <a:srgbClr val="C9D3DA"/>
                </a:solidFill>
                <a:latin typeface="Calibri"/>
              </a:rPr>
              <a:t>AI use: Claude Code wrote code and docs; every model was checked against brute force.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